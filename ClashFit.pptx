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0" b="1">
                <a:solidFill>
                  <a:srgbClr val="14161A"/>
                </a:solidFill>
                <a:latin typeface="Verdana"/>
              </a:rPr>
              <a:t>CLASHFIT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E04418"/>
                </a:solidFill>
                <a:latin typeface="Verdana"/>
              </a:rPr>
              <a:t>Your body is the controller.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E04418"/>
                </a:solidFill>
                <a:latin typeface="Verdana"/>
              </a:rPr>
              <a:t>Your camera is the referee.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1565D"/>
                </a:solidFill>
                <a:latin typeface="Verdana"/>
              </a:rPr>
              <a:t>A fitness game where a clean rep does more damage than a sloppy one —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1565D"/>
                </a:solidFill>
                <a:latin typeface="Verdana"/>
              </a:rPr>
              <a:t>because the phone measured the difference.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1565D"/>
                </a:solidFill>
                <a:latin typeface="Verdana"/>
              </a:rPr>
              <a:t>Team Da Goats  ·  Omkar Kadam · Ujjwal Pardeshi  ·  iQOO Hackathon 2026</a:t>
            </a:r>
          </a:p>
        </p:txBody>
      </p:sp>
      <p:pic>
        <p:nvPicPr>
          <p:cNvPr id="7" name="Picture 6" descr="51-figh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685800"/>
            <a:ext cx="2465335" cy="5486400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4161A"/>
                </a:solidFill>
                <a:latin typeface="Verdana"/>
              </a:rPr>
              <a:t>Fitness apps count what you tell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1565D"/>
                </a:solidFill>
                <a:latin typeface="Verdana"/>
              </a:rPr>
              <a:t>You type in three sets of ten. The app believes you.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1565D"/>
                </a:solidFill>
                <a:latin typeface="Verdana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1565D"/>
                </a:solidFill>
                <a:latin typeface="Verdana"/>
              </a:rPr>
              <a:t>It never saw the reps, so it cannot know whether they were deep, controlled, or worth anything at all — and neither can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945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51460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14161A"/>
                </a:solidFill>
                <a:latin typeface="Verdana"/>
              </a:rPr>
              <a:t>So the number that motivates you</a:t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14161A"/>
                </a:solidFill>
                <a:latin typeface="Verdana"/>
              </a:rPr>
              <a:t>is the one number nobody checked.</a:t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14161A"/>
                </a:solidFill>
                <a:latin typeface="Verdana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14161A"/>
                </a:solidFill>
                <a:latin typeface="Verdana"/>
              </a:rPr>
              <a:t>Make the camera the referee and</a:t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14161A"/>
                </a:solidFill>
                <a:latin typeface="Verdana"/>
              </a:rPr>
              <a:t>every number becomes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E04418"/>
                </a:solidFill>
                <a:latin typeface="Verdana"/>
              </a:rPr>
              <a:t>ClashFit scores depth, range, tempo and alignment on every single rep, on the phone, and pays you in damage for the good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161A"/>
                </a:solidFill>
                <a:latin typeface="Verdana"/>
              </a:rPr>
              <a:t>A rep is a hit. A sloppy rep is a weak one.</a:t>
            </a:r>
          </a:p>
        </p:txBody>
      </p:sp>
      <p:pic>
        <p:nvPicPr>
          <p:cNvPr id="5" name="Picture 4" descr="51-figh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787367" cy="3977639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The fight — boss HP, combo, fatigue</a:t>
            </a:r>
          </a:p>
        </p:txBody>
      </p:sp>
      <p:pic>
        <p:nvPicPr>
          <p:cNvPr id="7" name="Picture 6" descr="36-seeded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1783080"/>
            <a:ext cx="1787367" cy="3977639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337559" y="5897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Every rep graded, after the set</a:t>
            </a:r>
          </a:p>
        </p:txBody>
      </p:sp>
      <p:pic>
        <p:nvPicPr>
          <p:cNvPr id="9" name="Picture 8" descr="30-seeded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3080"/>
            <a:ext cx="1787367" cy="3977639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26480" y="5897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Form over time, measured</a:t>
            </a:r>
          </a:p>
        </p:txBody>
      </p:sp>
      <p:pic>
        <p:nvPicPr>
          <p:cNvPr id="11" name="Picture 10" descr="2f-re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1783080"/>
            <a:ext cx="1787367" cy="3977639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915399" y="5897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Rewards earned by clean reps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HOW IT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61A"/>
                </a:solidFill>
                <a:latin typeface="Verdana"/>
              </a:rPr>
              <a:t>The referee: 33 landmarks, every frame.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6309360" cy="82296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85416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61A"/>
                </a:solidFill>
                <a:latin typeface="Verdana"/>
              </a:rPr>
              <a:t>MediaPipe PoseLandmarker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33 body points, on-device, at camera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6309360" cy="82296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45536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61A"/>
                </a:solidFill>
                <a:latin typeface="Verdana"/>
              </a:rPr>
              <a:t>Four measurements per 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depth · range of motion · tempo ·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6309360" cy="82296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105655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61A"/>
                </a:solidFill>
                <a:latin typeface="Verdana"/>
              </a:rPr>
              <a:t>A fatigue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3483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velocity and range loss against your own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37760"/>
            <a:ext cx="6309360" cy="82296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65776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61A"/>
                </a:solidFill>
                <a:latin typeface="Verdana"/>
              </a:rPr>
              <a:t>Nothing is stored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949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frames are read, scored and discarded in the same instant</a:t>
            </a:r>
          </a:p>
        </p:txBody>
      </p:sp>
      <p:pic>
        <p:nvPicPr>
          <p:cNvPr id="17" name="Picture 16" descr="a0-workout-mid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914400"/>
            <a:ext cx="2493227" cy="5486400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498079" y="6446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Workout mode — the same referee, coaching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ON-DEVICE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61A"/>
                </a:solidFill>
                <a:latin typeface="Verdana"/>
              </a:rPr>
              <a:t>A coach that only says what it 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Gemma 3n E2B · int4 · 3.1 GB runs inside the app — no network, no account, no request leaves the phone.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It is handed a fact sheet built from your own measurements and told it may use nothing else. Ask it something the numbers do not cover and it says 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A45"/>
                </a:solidFill>
                <a:latin typeface="Verdana"/>
              </a:rPr>
              <a:t>On this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Gemma 3n, offline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3749039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59" y="3931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59" y="4297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only if you opt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749039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931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1565D"/>
                </a:solidFill>
                <a:latin typeface="Verdana"/>
              </a:rPr>
              <a:t>Built-in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29768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template bank,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04418"/>
                </a:solidFill>
                <a:latin typeface="Verdana"/>
              </a:rPr>
              <a:t>The badge on screen always names the voice that answered, because "an AI said it" and "a lookup table said it" are different claims.</a:t>
            </a:r>
          </a:p>
        </p:txBody>
      </p:sp>
      <p:pic>
        <p:nvPicPr>
          <p:cNvPr id="16" name="Picture 15" descr="coach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22960"/>
            <a:ext cx="2535381" cy="5577840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BEYOND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61A"/>
                </a:solidFill>
                <a:latin typeface="Verdana"/>
              </a:rPr>
              <a:t>Outdoors, the chase is the workout.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Zombie Run puts a pack on a real map behind you, and they close when your cadence drops — so stopping is what gets you caught.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Runs and walks are tracked through six quality gates, and fall back to your own footsteps indoors, with a stride learned from your outdoor GPS.</a:t>
            </a:r>
          </a:p>
        </p:txBody>
      </p:sp>
      <p:pic>
        <p:nvPicPr>
          <p:cNvPr id="6" name="Picture 5" descr="2e-zombie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2218801" cy="4937760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  <p:pic>
        <p:nvPicPr>
          <p:cNvPr id="7" name="Picture 6" descr="28-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417320"/>
            <a:ext cx="2218801" cy="4937760"/>
          </a:xfrm>
          <a:prstGeom prst="rect">
            <a:avLst/>
          </a:prstGeom>
          <a:ln w="9525">
            <a:solidFill>
              <a:srgbClr val="C8C4B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4161A"/>
                </a:solidFill>
                <a:latin typeface="Verdana"/>
              </a:rPr>
              <a:t>Zombie Run, on a real street.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691640"/>
            <a:ext cx="2468880" cy="4389120"/>
          </a:xfrm>
          <a:prstGeom prst="roundRect">
            <a:avLst>
              <a:gd name="adj" fmla="val 6000"/>
            </a:avLst>
          </a:prstGeom>
          <a:solidFill>
            <a:srgbClr val="E4E1DB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5204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▶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video drops in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61904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The chase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91640"/>
            <a:ext cx="2468880" cy="4389120"/>
          </a:xfrm>
          <a:prstGeom prst="roundRect">
            <a:avLst>
              <a:gd name="adj" fmla="val 6000"/>
            </a:avLst>
          </a:prstGeom>
          <a:solidFill>
            <a:srgbClr val="E4E1DB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5204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▶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video drops in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1904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Caught, and the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4161A"/>
                </a:solidFill>
                <a:latin typeface="Verdana"/>
              </a:rPr>
              <a:t>A walk, tracked and graded.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691640"/>
            <a:ext cx="2468880" cy="4389120"/>
          </a:xfrm>
          <a:prstGeom prst="roundRect">
            <a:avLst>
              <a:gd name="adj" fmla="val 6000"/>
            </a:avLst>
          </a:prstGeom>
          <a:solidFill>
            <a:srgbClr val="E4E1DB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▶</a:t>
            </a:r>
          </a:p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E737A"/>
                </a:solidFill>
                <a:latin typeface="Verdana"/>
              </a:rPr>
              <a:t>video drops in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904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Distance, pace,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7132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Six quality gates before a fix may move your distance: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accuracy under 25 m   ·   a 10-second settle window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sane coordinates   ·   monotonic timestamps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nothing faster than 8 m/s   ·   a 2 m jitter floor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51565D"/>
                </a:solidFill>
                <a:latin typeface="Verdana"/>
              </a:rPr>
              <a:t>A rejected fix never becomes the anchor for the next one — which is what makes the jitter filter safe for a slow walk.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61A"/>
                </a:solidFill>
                <a:latin typeface="Verdana"/>
              </a:rPr>
              <a:t>Built to be checked, not just demoed.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04418"/>
                </a:solidFill>
                <a:latin typeface="Verdana"/>
              </a:rPr>
              <a:t>942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TESTS, ALL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1965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04418"/>
                </a:solidFill>
                <a:latin typeface="Verdana"/>
              </a:rPr>
              <a:t>41,268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624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LINES OF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8656" y="1965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04418"/>
                </a:solidFill>
                <a:latin typeface="Verdana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8656" y="2624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1965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04418"/>
                </a:solidFill>
                <a:latin typeface="Verdana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2624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GAME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965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04418"/>
                </a:solidFill>
                <a:latin typeface="Verdana"/>
              </a:rPr>
              <a:t>494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26243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1565D"/>
                </a:solidFill>
                <a:latin typeface="Verdana"/>
              </a:rPr>
              <a:t>COLD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04418"/>
                </a:solidFill>
                <a:latin typeface="Verdana"/>
              </a:rPr>
              <a:t>Kotlin 2.3 · Jetpack Compose · Room · CameraX · MediaPipe Tasks (Vision + GenAI) · Filament 3D · osmdroid · Firebase Auth &amp; Firestore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6966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61A"/>
                </a:solidFill>
                <a:latin typeface="Verdana"/>
              </a:rPr>
              <a:t>One engine, many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97096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The same rep counter, depth gate and form score drive a boss fight, a gym log and a clinical sit-to-stand test. Two things that must agree are one 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3776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383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61A"/>
                </a:solidFill>
                <a:latin typeface="Verdana"/>
              </a:rPr>
              <a:t>Pure core, testable on the JVM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65776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Scoring, fatigue, route maths and reward rules are Android-free, so 942 tests run in seconds without a device.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0644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9070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61A"/>
                </a:solidFill>
                <a:latin typeface="Verdana"/>
              </a:rPr>
              <a:t>Rendered screenshot baselines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934456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1565D"/>
                </a:solidFill>
                <a:latin typeface="Verdana"/>
              </a:rPr>
              <a:t>Every screen is drawn at 320 dp, 384 dp, tablet and 1.5x text, so a broken layout is caught before a phone sees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418"/>
                </a:solidFill>
                <a:latin typeface="Verdana"/>
              </a:rPr>
              <a:t>WHAT THE IQOO 15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4161A"/>
                </a:solidFill>
                <a:latin typeface="Verdana"/>
              </a:rPr>
              <a:t>Everything that matters happens on the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6654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7568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1565D"/>
                </a:solidFill>
                <a:latin typeface="Verdana"/>
              </a:rPr>
              <a:t>MediaPipe pose and hand tracking at camera rate — the referee, and gesture control without touching the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70048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163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Neural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2549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1565D"/>
                </a:solidFill>
                <a:latin typeface="Verdana"/>
              </a:rPr>
              <a:t>Gemma 3n E2B int4 generating coaching text offline, in about a second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19856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7530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1565D"/>
                </a:solidFill>
                <a:latin typeface="Verdana"/>
              </a:rPr>
              <a:t>Filament renders the 3D boss while the pose pipeline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9664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159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251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1565D"/>
                </a:solidFill>
                <a:latin typeface="Verdana"/>
              </a:rPr>
              <a:t>step counter, compass and GPS fused into one position, indoors and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19472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0EEEA"/>
          </a:solidFill>
          <a:ln w="12700">
            <a:solidFill>
              <a:srgbClr val="DD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6577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4418"/>
                </a:solidFill>
                <a:latin typeface="Verdana"/>
              </a:rPr>
              <a:t>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749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1565D"/>
                </a:solidFill>
                <a:latin typeface="Verdana"/>
              </a:rPr>
              <a:t>offline speech recognition for commands, text-to-speech for the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4161A"/>
                </a:solidFill>
                <a:latin typeface="Verdana"/>
              </a:rPr>
              <a:t>No frame, no landmark and no route ever leaves the phone. Only a score, a name and a level go to the leaderboard — and the app says so on its own privacy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